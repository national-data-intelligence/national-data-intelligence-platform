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National Health Data Warehouse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Ministry of Health · Ethiopia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One governed warehouse behind five dashboards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Data Vault 2.0 — history you can reconstruct, not overwrite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The same access rules on every read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Where the data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Seven ingestors, landing the source as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DHIS2 — aggregate programme reporting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eLMIS — 7.5M requisition lines of commodity history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mBrana, EthioEMR, MFR, climate, and the facility registry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Raw stays all-string; typing happens downstream, on purpose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The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Hubs, links and satellites on conformed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A facility is one facility across six source systems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Same-as links keep the source system in the key, so nothing collapses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Steward decisions are durable data the build reads, not a live edit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The marts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The numbers every dashboard 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bi_quality — completeness, timeliness, the incident queue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bi_supply — availability, stockouts, months of stock, order fill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bi_service, bi_public, bi_mdm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Governed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One decision point, every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OPA decides; the gateway enforces — including the SQL editor and chat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Row filters by scope, column masking by classification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Fail closed: an unclassified sensitive column is caught, not revealed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B"/>
                </a:solidFill>
              </a:rPr>
              <a:t>What you are about to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0F7F57"/>
                </a:solidFill>
              </a:rPr>
              <a:t>A short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Internal BI — the operational picture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Public portal — what a citizen sees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85E6C"/>
                </a:solidFill>
              </a:rPr>
              <a:t>— Admin — quality, topology, people and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